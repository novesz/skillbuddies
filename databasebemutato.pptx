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hu-H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74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ím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61C4087A-4DC5-4533-89EC-DCD702EBA6E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Alcím 2">
            <a:extLst>
              <a:ext uri="{FF2B5EF4-FFF2-40B4-BE49-F238E27FC236}">
                <a16:creationId xmlns:a16="http://schemas.microsoft.com/office/drawing/2014/main" id="{5E8F51E4-CC18-4D23-B1DB-F640F5ED598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hu-HU"/>
              <a:t>Kattintson ide az alcím mintájának szerkesztéséhez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4F1366EB-D1E7-4A3B-AC82-01A858C4CD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2BDFDE-CFD3-4927-94FB-723BD0352D05}" type="datetimeFigureOut">
              <a:rPr lang="hu-HU" smtClean="0"/>
              <a:t>2025. 12. 04.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45828D93-4581-44C4-BC16-FC9581D1F9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06B38645-18FC-4A79-9D87-B96F47458E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F4FD7E-5752-4F05-85A3-3283116A5E82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5381426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ím és tartal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FFFE48E1-1D9B-4DA9-BEAB-EA9831B343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9C67D9DC-1ECD-44ED-8A09-A043101F75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7B0CBE8C-ADFB-4E90-9317-D11E9D7E7C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2BDFDE-CFD3-4927-94FB-723BD0352D05}" type="datetimeFigureOut">
              <a:rPr lang="hu-HU" smtClean="0"/>
              <a:t>2025. 12. 04.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112588BA-8EA7-4DCB-82F0-DBE4FCDDA5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0FB37F83-53D9-45F7-AF9D-01F8CC7E72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F4FD7E-5752-4F05-85A3-3283116A5E82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6289065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zakaszfejlé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3914E50E-444F-4A63-8268-A78724BD57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Szöveg helye 2">
            <a:extLst>
              <a:ext uri="{FF2B5EF4-FFF2-40B4-BE49-F238E27FC236}">
                <a16:creationId xmlns:a16="http://schemas.microsoft.com/office/drawing/2014/main" id="{019DAF59-3C1B-4E20-BC55-3C59EA1DA0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8877EEF2-120D-4C80-913E-F1D12058D9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2BDFDE-CFD3-4927-94FB-723BD0352D05}" type="datetimeFigureOut">
              <a:rPr lang="hu-HU" smtClean="0"/>
              <a:t>2025. 12. 04.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53681609-1C97-4E5B-BEB2-52BB0B51A4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C7774691-2D72-42DC-AD26-BBD6EE51E2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F4FD7E-5752-4F05-85A3-3283116A5E82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0386203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tartalomrész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99941904-8D48-46D5-B6AE-4FC462491B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9AE8B62B-EEEF-4365-AAAA-9C411284C84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Tartalom helye 3">
            <a:extLst>
              <a:ext uri="{FF2B5EF4-FFF2-40B4-BE49-F238E27FC236}">
                <a16:creationId xmlns:a16="http://schemas.microsoft.com/office/drawing/2014/main" id="{F9864DAC-4B0E-4883-A750-E092CAD1977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5" name="Dátum helye 4">
            <a:extLst>
              <a:ext uri="{FF2B5EF4-FFF2-40B4-BE49-F238E27FC236}">
                <a16:creationId xmlns:a16="http://schemas.microsoft.com/office/drawing/2014/main" id="{A0113E61-3EE2-45EF-A394-7596962A6B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2BDFDE-CFD3-4927-94FB-723BD0352D05}" type="datetimeFigureOut">
              <a:rPr lang="hu-HU" smtClean="0"/>
              <a:t>2025. 12. 04.</a:t>
            </a:fld>
            <a:endParaRPr lang="hu-HU"/>
          </a:p>
        </p:txBody>
      </p:sp>
      <p:sp>
        <p:nvSpPr>
          <p:cNvPr id="6" name="Élőláb helye 5">
            <a:extLst>
              <a:ext uri="{FF2B5EF4-FFF2-40B4-BE49-F238E27FC236}">
                <a16:creationId xmlns:a16="http://schemas.microsoft.com/office/drawing/2014/main" id="{32B80965-41E2-4611-8F7E-843E1027AC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Dia számának helye 6">
            <a:extLst>
              <a:ext uri="{FF2B5EF4-FFF2-40B4-BE49-F238E27FC236}">
                <a16:creationId xmlns:a16="http://schemas.microsoft.com/office/drawing/2014/main" id="{380F595F-36BB-4B37-9190-CE05FE2AD4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F4FD7E-5752-4F05-85A3-3283116A5E82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4457188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Összehasonlítá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1FFE3DB0-9DD5-4982-BB3E-E1AFC86F8C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Szöveg helye 2">
            <a:extLst>
              <a:ext uri="{FF2B5EF4-FFF2-40B4-BE49-F238E27FC236}">
                <a16:creationId xmlns:a16="http://schemas.microsoft.com/office/drawing/2014/main" id="{273EE76B-73A6-4A9E-BBF5-2E28862161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Tartalom helye 3">
            <a:extLst>
              <a:ext uri="{FF2B5EF4-FFF2-40B4-BE49-F238E27FC236}">
                <a16:creationId xmlns:a16="http://schemas.microsoft.com/office/drawing/2014/main" id="{947E0CF1-749B-4532-87FF-45B88F25B23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5" name="Szöveg helye 4">
            <a:extLst>
              <a:ext uri="{FF2B5EF4-FFF2-40B4-BE49-F238E27FC236}">
                <a16:creationId xmlns:a16="http://schemas.microsoft.com/office/drawing/2014/main" id="{1F2716CB-36E2-411D-B3E8-DC57626F715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6" name="Tartalom helye 5">
            <a:extLst>
              <a:ext uri="{FF2B5EF4-FFF2-40B4-BE49-F238E27FC236}">
                <a16:creationId xmlns:a16="http://schemas.microsoft.com/office/drawing/2014/main" id="{0BA18398-C26B-4803-ACDE-CBA0FE743C8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7" name="Dátum helye 6">
            <a:extLst>
              <a:ext uri="{FF2B5EF4-FFF2-40B4-BE49-F238E27FC236}">
                <a16:creationId xmlns:a16="http://schemas.microsoft.com/office/drawing/2014/main" id="{F8C0EC95-400B-4CD4-8209-3B4D28081A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2BDFDE-CFD3-4927-94FB-723BD0352D05}" type="datetimeFigureOut">
              <a:rPr lang="hu-HU" smtClean="0"/>
              <a:t>2025. 12. 04.</a:t>
            </a:fld>
            <a:endParaRPr lang="hu-HU"/>
          </a:p>
        </p:txBody>
      </p:sp>
      <p:sp>
        <p:nvSpPr>
          <p:cNvPr id="8" name="Élőláb helye 7">
            <a:extLst>
              <a:ext uri="{FF2B5EF4-FFF2-40B4-BE49-F238E27FC236}">
                <a16:creationId xmlns:a16="http://schemas.microsoft.com/office/drawing/2014/main" id="{E051FF02-97BD-4691-9641-34952CA1A7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9" name="Dia számának helye 8">
            <a:extLst>
              <a:ext uri="{FF2B5EF4-FFF2-40B4-BE49-F238E27FC236}">
                <a16:creationId xmlns:a16="http://schemas.microsoft.com/office/drawing/2014/main" id="{99616D54-0922-42AC-8990-33016A89E3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F4FD7E-5752-4F05-85A3-3283116A5E82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7264036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Csak cí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CA545980-7910-46BE-9CE1-42536BDA8A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Dátum helye 2">
            <a:extLst>
              <a:ext uri="{FF2B5EF4-FFF2-40B4-BE49-F238E27FC236}">
                <a16:creationId xmlns:a16="http://schemas.microsoft.com/office/drawing/2014/main" id="{9F9156AE-65D4-43F5-9943-9C8D8A94AD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2BDFDE-CFD3-4927-94FB-723BD0352D05}" type="datetimeFigureOut">
              <a:rPr lang="hu-HU" smtClean="0"/>
              <a:t>2025. 12. 04.</a:t>
            </a:fld>
            <a:endParaRPr lang="hu-HU"/>
          </a:p>
        </p:txBody>
      </p:sp>
      <p:sp>
        <p:nvSpPr>
          <p:cNvPr id="4" name="Élőláb helye 3">
            <a:extLst>
              <a:ext uri="{FF2B5EF4-FFF2-40B4-BE49-F238E27FC236}">
                <a16:creationId xmlns:a16="http://schemas.microsoft.com/office/drawing/2014/main" id="{B220AF20-9933-4598-9285-CDE66C1741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5" name="Dia számának helye 4">
            <a:extLst>
              <a:ext uri="{FF2B5EF4-FFF2-40B4-BE49-F238E27FC236}">
                <a16:creationId xmlns:a16="http://schemas.microsoft.com/office/drawing/2014/main" id="{D562C279-0179-4482-9FCA-0F45CD6AC7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F4FD7E-5752-4F05-85A3-3283116A5E82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8691938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Ü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átum helye 1">
            <a:extLst>
              <a:ext uri="{FF2B5EF4-FFF2-40B4-BE49-F238E27FC236}">
                <a16:creationId xmlns:a16="http://schemas.microsoft.com/office/drawing/2014/main" id="{07D5C926-7378-4E40-B8C4-2A2A054E9C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2BDFDE-CFD3-4927-94FB-723BD0352D05}" type="datetimeFigureOut">
              <a:rPr lang="hu-HU" smtClean="0"/>
              <a:t>2025. 12. 04.</a:t>
            </a:fld>
            <a:endParaRPr lang="hu-HU"/>
          </a:p>
        </p:txBody>
      </p:sp>
      <p:sp>
        <p:nvSpPr>
          <p:cNvPr id="3" name="Élőláb helye 2">
            <a:extLst>
              <a:ext uri="{FF2B5EF4-FFF2-40B4-BE49-F238E27FC236}">
                <a16:creationId xmlns:a16="http://schemas.microsoft.com/office/drawing/2014/main" id="{BDE68A11-AF17-4336-827D-18908096A6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4" name="Dia számának helye 3">
            <a:extLst>
              <a:ext uri="{FF2B5EF4-FFF2-40B4-BE49-F238E27FC236}">
                <a16:creationId xmlns:a16="http://schemas.microsoft.com/office/drawing/2014/main" id="{87E9F582-79DC-48F7-AF9D-A455C447B6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F4FD7E-5752-4F05-85A3-3283116A5E82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7247764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Tartalomrész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3F4438BB-33BD-497D-BF9D-C5485EE182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ADEF2D33-6921-4147-99C5-AD0A88D5FD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Szöveg helye 3">
            <a:extLst>
              <a:ext uri="{FF2B5EF4-FFF2-40B4-BE49-F238E27FC236}">
                <a16:creationId xmlns:a16="http://schemas.microsoft.com/office/drawing/2014/main" id="{42C2407E-3594-4449-9B28-F13F61A7C05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átum helye 4">
            <a:extLst>
              <a:ext uri="{FF2B5EF4-FFF2-40B4-BE49-F238E27FC236}">
                <a16:creationId xmlns:a16="http://schemas.microsoft.com/office/drawing/2014/main" id="{3A33F3E5-DE40-4DAD-A010-9B440A3B3B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2BDFDE-CFD3-4927-94FB-723BD0352D05}" type="datetimeFigureOut">
              <a:rPr lang="hu-HU" smtClean="0"/>
              <a:t>2025. 12. 04.</a:t>
            </a:fld>
            <a:endParaRPr lang="hu-HU"/>
          </a:p>
        </p:txBody>
      </p:sp>
      <p:sp>
        <p:nvSpPr>
          <p:cNvPr id="6" name="Élőláb helye 5">
            <a:extLst>
              <a:ext uri="{FF2B5EF4-FFF2-40B4-BE49-F238E27FC236}">
                <a16:creationId xmlns:a16="http://schemas.microsoft.com/office/drawing/2014/main" id="{D4FC4F5D-95BC-4873-B487-B7F46F1A95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Dia számának helye 6">
            <a:extLst>
              <a:ext uri="{FF2B5EF4-FFF2-40B4-BE49-F238E27FC236}">
                <a16:creationId xmlns:a16="http://schemas.microsoft.com/office/drawing/2014/main" id="{087C183D-83C2-4AAB-99EA-92B5CA6B93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F4FD7E-5752-4F05-85A3-3283116A5E82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6994906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Kép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CCA36F32-6214-4143-823F-E964689466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Kép helye 2">
            <a:extLst>
              <a:ext uri="{FF2B5EF4-FFF2-40B4-BE49-F238E27FC236}">
                <a16:creationId xmlns:a16="http://schemas.microsoft.com/office/drawing/2014/main" id="{4ED4D2EC-338B-45DF-B8BF-A9A5317FCDF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hu-HU"/>
          </a:p>
        </p:txBody>
      </p:sp>
      <p:sp>
        <p:nvSpPr>
          <p:cNvPr id="4" name="Szöveg helye 3">
            <a:extLst>
              <a:ext uri="{FF2B5EF4-FFF2-40B4-BE49-F238E27FC236}">
                <a16:creationId xmlns:a16="http://schemas.microsoft.com/office/drawing/2014/main" id="{0CB7B30C-89E9-4FB1-A472-BB250C1CE8F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átum helye 4">
            <a:extLst>
              <a:ext uri="{FF2B5EF4-FFF2-40B4-BE49-F238E27FC236}">
                <a16:creationId xmlns:a16="http://schemas.microsoft.com/office/drawing/2014/main" id="{824FDEF4-A613-4BFB-B26A-B527ACFD20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2BDFDE-CFD3-4927-94FB-723BD0352D05}" type="datetimeFigureOut">
              <a:rPr lang="hu-HU" smtClean="0"/>
              <a:t>2025. 12. 04.</a:t>
            </a:fld>
            <a:endParaRPr lang="hu-HU"/>
          </a:p>
        </p:txBody>
      </p:sp>
      <p:sp>
        <p:nvSpPr>
          <p:cNvPr id="6" name="Élőláb helye 5">
            <a:extLst>
              <a:ext uri="{FF2B5EF4-FFF2-40B4-BE49-F238E27FC236}">
                <a16:creationId xmlns:a16="http://schemas.microsoft.com/office/drawing/2014/main" id="{21600845-0DC2-4E85-A933-421A5B2FCA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Dia számának helye 6">
            <a:extLst>
              <a:ext uri="{FF2B5EF4-FFF2-40B4-BE49-F238E27FC236}">
                <a16:creationId xmlns:a16="http://schemas.microsoft.com/office/drawing/2014/main" id="{C4863AF0-8CAB-4376-A74E-C0C881AFE5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F4FD7E-5752-4F05-85A3-3283116A5E82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90993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Cím és függőlege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9FADDC92-502C-4F6F-B44F-659EE49823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Függőleges szöveg helye 2">
            <a:extLst>
              <a:ext uri="{FF2B5EF4-FFF2-40B4-BE49-F238E27FC236}">
                <a16:creationId xmlns:a16="http://schemas.microsoft.com/office/drawing/2014/main" id="{EA68B23C-9786-4940-9B80-7A42C526AB0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5FAA86BF-FBA9-4C78-9829-3DBDB7D3EC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2BDFDE-CFD3-4927-94FB-723BD0352D05}" type="datetimeFigureOut">
              <a:rPr lang="hu-HU" smtClean="0"/>
              <a:t>2025. 12. 04.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FF85C553-4345-4D51-B649-9DFB1CDB21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5E69237E-7824-4CCC-87C5-7475E78698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F4FD7E-5752-4F05-85A3-3283116A5E82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6761064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Függőleges cím é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üggőleges cím 1">
            <a:extLst>
              <a:ext uri="{FF2B5EF4-FFF2-40B4-BE49-F238E27FC236}">
                <a16:creationId xmlns:a16="http://schemas.microsoft.com/office/drawing/2014/main" id="{9D955B41-9B1C-4BD2-B4DF-6CDA495AF8D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Függőleges szöveg helye 2">
            <a:extLst>
              <a:ext uri="{FF2B5EF4-FFF2-40B4-BE49-F238E27FC236}">
                <a16:creationId xmlns:a16="http://schemas.microsoft.com/office/drawing/2014/main" id="{D3F8298F-C42F-4B78-B289-55DDF3CFF03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EE6A5E92-7930-4A45-8DDD-9CBF98BFB5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2BDFDE-CFD3-4927-94FB-723BD0352D05}" type="datetimeFigureOut">
              <a:rPr lang="hu-HU" smtClean="0"/>
              <a:t>2025. 12. 04.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BDC8D019-8D1B-413F-B603-1383476BBA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A7F4EBC8-1D85-474E-AFEF-68311825D0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F4FD7E-5752-4F05-85A3-3283116A5E82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6527899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helye 1">
            <a:extLst>
              <a:ext uri="{FF2B5EF4-FFF2-40B4-BE49-F238E27FC236}">
                <a16:creationId xmlns:a16="http://schemas.microsoft.com/office/drawing/2014/main" id="{C1983C99-0FB2-4428-BCC6-215AC91FFA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hu-HU"/>
              <a:t>Mintacím szerkesztése</a:t>
            </a:r>
          </a:p>
        </p:txBody>
      </p:sp>
      <p:sp>
        <p:nvSpPr>
          <p:cNvPr id="3" name="Szöveg helye 2">
            <a:extLst>
              <a:ext uri="{FF2B5EF4-FFF2-40B4-BE49-F238E27FC236}">
                <a16:creationId xmlns:a16="http://schemas.microsoft.com/office/drawing/2014/main" id="{B9F45298-F8F6-4224-87D2-A8A505E09BA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3F39FBE8-A932-4A2C-98FF-D56AB748A0D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B2BDFDE-CFD3-4927-94FB-723BD0352D05}" type="datetimeFigureOut">
              <a:rPr lang="hu-HU" smtClean="0"/>
              <a:t>2025. 12. 04.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AB0BB13D-366E-4F05-BCF2-15A92CAFDF6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1E0CB7D4-DF04-4F0F-A2FB-064FDFD86F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0F4FD7E-5752-4F05-85A3-3283116A5E82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2820404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hu-H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Kép 4">
            <a:extLst>
              <a:ext uri="{FF2B5EF4-FFF2-40B4-BE49-F238E27FC236}">
                <a16:creationId xmlns:a16="http://schemas.microsoft.com/office/drawing/2014/main" id="{D3D7F8E6-D8FA-45A2-8383-85607F974D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43869" y="80963"/>
            <a:ext cx="8504261" cy="6858000"/>
          </a:xfrm>
          <a:prstGeom prst="rect">
            <a:avLst/>
          </a:prstGeom>
        </p:spPr>
      </p:pic>
      <p:sp>
        <p:nvSpPr>
          <p:cNvPr id="2" name="Cím 1">
            <a:extLst>
              <a:ext uri="{FF2B5EF4-FFF2-40B4-BE49-F238E27FC236}">
                <a16:creationId xmlns:a16="http://schemas.microsoft.com/office/drawing/2014/main" id="{A79ACD7B-D1A9-4538-869A-E371CC71E09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hu-HU" dirty="0" err="1"/>
              <a:t>SkillBuddies</a:t>
            </a:r>
            <a:endParaRPr lang="hu-HU" dirty="0"/>
          </a:p>
        </p:txBody>
      </p:sp>
      <p:sp>
        <p:nvSpPr>
          <p:cNvPr id="3" name="Alcím 2">
            <a:extLst>
              <a:ext uri="{FF2B5EF4-FFF2-40B4-BE49-F238E27FC236}">
                <a16:creationId xmlns:a16="http://schemas.microsoft.com/office/drawing/2014/main" id="{5E5422E3-10F6-4D17-B128-CDB2E0D9912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hu-HU" dirty="0"/>
              <a:t>adatbázis</a:t>
            </a:r>
          </a:p>
        </p:txBody>
      </p:sp>
    </p:spTree>
    <p:extLst>
      <p:ext uri="{BB962C8B-B14F-4D97-AF65-F5344CB8AC3E}">
        <p14:creationId xmlns:p14="http://schemas.microsoft.com/office/powerpoint/2010/main" val="7585411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2E5130D0-1BE5-4E8D-9705-D3FFED1D83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 err="1"/>
              <a:t>Users</a:t>
            </a:r>
            <a:r>
              <a:rPr lang="hu-HU" dirty="0"/>
              <a:t> tábla</a:t>
            </a:r>
          </a:p>
        </p:txBody>
      </p:sp>
      <p:pic>
        <p:nvPicPr>
          <p:cNvPr id="5" name="Tartalom helye 4">
            <a:extLst>
              <a:ext uri="{FF2B5EF4-FFF2-40B4-BE49-F238E27FC236}">
                <a16:creationId xmlns:a16="http://schemas.microsoft.com/office/drawing/2014/main" id="{E567AC62-8818-47CE-AD4A-76E980B1504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690688"/>
            <a:ext cx="2555698" cy="4351338"/>
          </a:xfrm>
        </p:spPr>
      </p:pic>
      <p:sp>
        <p:nvSpPr>
          <p:cNvPr id="6" name="Szövegdoboz 5">
            <a:extLst>
              <a:ext uri="{FF2B5EF4-FFF2-40B4-BE49-F238E27FC236}">
                <a16:creationId xmlns:a16="http://schemas.microsoft.com/office/drawing/2014/main" id="{13BC13B4-975A-4A5E-B1E4-86410F231DFC}"/>
              </a:ext>
            </a:extLst>
          </p:cNvPr>
          <p:cNvSpPr txBox="1"/>
          <p:nvPr/>
        </p:nvSpPr>
        <p:spPr>
          <a:xfrm>
            <a:off x="3941685" y="736847"/>
            <a:ext cx="7830105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dirty="0"/>
              <a:t>A </a:t>
            </a:r>
            <a:r>
              <a:rPr lang="hu-HU" dirty="0" err="1"/>
              <a:t>users</a:t>
            </a:r>
            <a:r>
              <a:rPr lang="hu-HU" dirty="0"/>
              <a:t> tábla segítségével tudjuk meghatározni hogy melyik felhasználó melyik.</a:t>
            </a:r>
          </a:p>
          <a:p>
            <a:r>
              <a:rPr lang="hu-HU" dirty="0"/>
              <a:t>Ezeknek a felhasználónak van saját felhasználóneve (amit a család és keresztnevéből teszünk össze), </a:t>
            </a:r>
            <a:r>
              <a:rPr lang="hu-HU" dirty="0" err="1"/>
              <a:t>jelszava</a:t>
            </a:r>
            <a:r>
              <a:rPr lang="hu-HU" dirty="0"/>
              <a:t> hogy be tudjon jelentkezni, </a:t>
            </a:r>
            <a:r>
              <a:rPr lang="hu-HU" dirty="0" err="1"/>
              <a:t>emailje</a:t>
            </a:r>
            <a:r>
              <a:rPr lang="hu-HU" dirty="0"/>
              <a:t> (ez segíti hogy ne tudjanak az embere spam felhasználókat csinálni), </a:t>
            </a:r>
            <a:r>
              <a:rPr lang="hu-HU" dirty="0" err="1"/>
              <a:t>Tokenek</a:t>
            </a:r>
            <a:r>
              <a:rPr lang="hu-HU" dirty="0"/>
              <a:t> (ami későbbi platformnövekedés után nyerne értelmet hogy </a:t>
            </a:r>
            <a:r>
              <a:rPr lang="hu-HU" dirty="0" err="1"/>
              <a:t>tranzakcionálisabb</a:t>
            </a:r>
            <a:r>
              <a:rPr lang="hu-HU" dirty="0"/>
              <a:t> legyen a platform később), emellett a </a:t>
            </a:r>
            <a:r>
              <a:rPr lang="hu-HU" dirty="0" err="1"/>
              <a:t>rankID</a:t>
            </a:r>
            <a:r>
              <a:rPr lang="hu-HU" dirty="0"/>
              <a:t> ami a standardizált </a:t>
            </a:r>
            <a:r>
              <a:rPr lang="hu-HU" dirty="0" err="1"/>
              <a:t>rankokért</a:t>
            </a:r>
            <a:r>
              <a:rPr lang="hu-HU" dirty="0"/>
              <a:t> felel, itt a </a:t>
            </a:r>
            <a:r>
              <a:rPr lang="hu-HU" dirty="0" err="1"/>
              <a:t>rankokat</a:t>
            </a:r>
            <a:r>
              <a:rPr lang="hu-HU" dirty="0"/>
              <a:t> külön táblába tettük hogy elkerüljük a </a:t>
            </a:r>
            <a:r>
              <a:rPr lang="hu-HU" dirty="0" err="1"/>
              <a:t>transitív</a:t>
            </a:r>
            <a:r>
              <a:rPr lang="hu-HU" dirty="0"/>
              <a:t> összefüggéseket.</a:t>
            </a:r>
          </a:p>
        </p:txBody>
      </p:sp>
      <p:sp>
        <p:nvSpPr>
          <p:cNvPr id="8" name="Szövegdoboz 7">
            <a:extLst>
              <a:ext uri="{FF2B5EF4-FFF2-40B4-BE49-F238E27FC236}">
                <a16:creationId xmlns:a16="http://schemas.microsoft.com/office/drawing/2014/main" id="{0236E1F0-CC8C-4057-8783-01497CB6961E}"/>
              </a:ext>
            </a:extLst>
          </p:cNvPr>
          <p:cNvSpPr txBox="1"/>
          <p:nvPr/>
        </p:nvSpPr>
        <p:spPr>
          <a:xfrm>
            <a:off x="3941685" y="2991775"/>
            <a:ext cx="715540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4400" dirty="0" err="1">
                <a:latin typeface="+mj-lt"/>
              </a:rPr>
              <a:t>User_rank</a:t>
            </a:r>
            <a:r>
              <a:rPr lang="hu-HU" sz="4400" dirty="0">
                <a:latin typeface="+mj-lt"/>
              </a:rPr>
              <a:t> tábla</a:t>
            </a:r>
          </a:p>
        </p:txBody>
      </p:sp>
      <p:sp>
        <p:nvSpPr>
          <p:cNvPr id="9" name="Szövegdoboz 8">
            <a:extLst>
              <a:ext uri="{FF2B5EF4-FFF2-40B4-BE49-F238E27FC236}">
                <a16:creationId xmlns:a16="http://schemas.microsoft.com/office/drawing/2014/main" id="{BD9D8A55-8820-4FB4-9B33-58A88542CFAA}"/>
              </a:ext>
            </a:extLst>
          </p:cNvPr>
          <p:cNvSpPr txBox="1"/>
          <p:nvPr/>
        </p:nvSpPr>
        <p:spPr>
          <a:xfrm>
            <a:off x="4048217" y="4039340"/>
            <a:ext cx="730558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dirty="0"/>
              <a:t>A </a:t>
            </a:r>
            <a:r>
              <a:rPr lang="hu-HU" dirty="0" err="1"/>
              <a:t>user_rank</a:t>
            </a:r>
            <a:r>
              <a:rPr lang="hu-HU" dirty="0"/>
              <a:t> tábla felhasználása a </a:t>
            </a:r>
            <a:r>
              <a:rPr lang="hu-HU" dirty="0" err="1"/>
              <a:t>users</a:t>
            </a:r>
            <a:r>
              <a:rPr lang="hu-HU" dirty="0"/>
              <a:t> az előbb említett tranzitív összefüggések elkerülése érdekében hoztuk létre, emellett segít a </a:t>
            </a:r>
            <a:r>
              <a:rPr lang="hu-HU" dirty="0" err="1"/>
              <a:t>rankok</a:t>
            </a:r>
            <a:r>
              <a:rPr lang="hu-HU" dirty="0"/>
              <a:t> standardizálásában</a:t>
            </a:r>
          </a:p>
        </p:txBody>
      </p:sp>
    </p:spTree>
    <p:extLst>
      <p:ext uri="{BB962C8B-B14F-4D97-AF65-F5344CB8AC3E}">
        <p14:creationId xmlns:p14="http://schemas.microsoft.com/office/powerpoint/2010/main" val="20114782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4FBCF95B-C067-4A6A-BD33-D719E0E1F7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 err="1"/>
              <a:t>Skills</a:t>
            </a:r>
            <a:r>
              <a:rPr lang="hu-HU" dirty="0"/>
              <a:t> tábla és kötőtáblái</a:t>
            </a:r>
          </a:p>
        </p:txBody>
      </p:sp>
      <p:pic>
        <p:nvPicPr>
          <p:cNvPr id="7" name="Kép 6">
            <a:extLst>
              <a:ext uri="{FF2B5EF4-FFF2-40B4-BE49-F238E27FC236}">
                <a16:creationId xmlns:a16="http://schemas.microsoft.com/office/drawing/2014/main" id="{E942E4BE-D16D-4768-9522-CFD4FC02B2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332743"/>
            <a:ext cx="6173061" cy="3553321"/>
          </a:xfrm>
          <a:prstGeom prst="rect">
            <a:avLst/>
          </a:prstGeom>
        </p:spPr>
      </p:pic>
      <p:sp>
        <p:nvSpPr>
          <p:cNvPr id="10" name="Szövegdoboz 9">
            <a:extLst>
              <a:ext uri="{FF2B5EF4-FFF2-40B4-BE49-F238E27FC236}">
                <a16:creationId xmlns:a16="http://schemas.microsoft.com/office/drawing/2014/main" id="{2A5A9789-A067-4A05-AD39-CB928D2E2763}"/>
              </a:ext>
            </a:extLst>
          </p:cNvPr>
          <p:cNvSpPr txBox="1"/>
          <p:nvPr/>
        </p:nvSpPr>
        <p:spPr>
          <a:xfrm>
            <a:off x="7199790" y="1332743"/>
            <a:ext cx="4811697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dirty="0"/>
              <a:t>A </a:t>
            </a:r>
            <a:r>
              <a:rPr lang="hu-HU" dirty="0" err="1"/>
              <a:t>skills</a:t>
            </a:r>
            <a:r>
              <a:rPr lang="hu-HU" dirty="0"/>
              <a:t> avagy készségek tábla egyaránt a felhasználók készségeiért felel és a chatekbe várt új készségek ismeréséért felel, ebben a táblában csak a </a:t>
            </a:r>
            <a:r>
              <a:rPr lang="hu-HU" dirty="0" err="1"/>
              <a:t>SkillID</a:t>
            </a:r>
            <a:r>
              <a:rPr lang="hu-HU" dirty="0"/>
              <a:t> a készségek ID-ért felel és a </a:t>
            </a:r>
            <a:r>
              <a:rPr lang="hu-HU" dirty="0" err="1"/>
              <a:t>Skill</a:t>
            </a:r>
            <a:r>
              <a:rPr lang="hu-HU" dirty="0"/>
              <a:t> leíró mezőből áll össze</a:t>
            </a:r>
          </a:p>
        </p:txBody>
      </p:sp>
    </p:spTree>
    <p:extLst>
      <p:ext uri="{BB962C8B-B14F-4D97-AF65-F5344CB8AC3E}">
        <p14:creationId xmlns:p14="http://schemas.microsoft.com/office/powerpoint/2010/main" val="30621169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2D04EF2D-71E6-4666-8F6D-38934D1FA8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Chatek és </a:t>
            </a:r>
            <a:r>
              <a:rPr lang="hu-HU" dirty="0" err="1"/>
              <a:t>msgs</a:t>
            </a:r>
            <a:r>
              <a:rPr lang="hu-HU" dirty="0"/>
              <a:t> tábla</a:t>
            </a:r>
          </a:p>
        </p:txBody>
      </p:sp>
      <p:pic>
        <p:nvPicPr>
          <p:cNvPr id="5" name="Tartalom helye 4">
            <a:extLst>
              <a:ext uri="{FF2B5EF4-FFF2-40B4-BE49-F238E27FC236}">
                <a16:creationId xmlns:a16="http://schemas.microsoft.com/office/drawing/2014/main" id="{369F8524-B036-43F3-92A0-F3120FF11A8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772359"/>
            <a:ext cx="4434005" cy="4351338"/>
          </a:xfrm>
        </p:spPr>
      </p:pic>
      <p:sp>
        <p:nvSpPr>
          <p:cNvPr id="6" name="Szövegdoboz 5">
            <a:extLst>
              <a:ext uri="{FF2B5EF4-FFF2-40B4-BE49-F238E27FC236}">
                <a16:creationId xmlns:a16="http://schemas.microsoft.com/office/drawing/2014/main" id="{271ED3B0-84BA-4360-A6F5-140C966B7496}"/>
              </a:ext>
            </a:extLst>
          </p:cNvPr>
          <p:cNvSpPr txBox="1"/>
          <p:nvPr/>
        </p:nvSpPr>
        <p:spPr>
          <a:xfrm>
            <a:off x="5450889" y="1970843"/>
            <a:ext cx="6525088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dirty="0"/>
              <a:t>A </a:t>
            </a:r>
            <a:r>
              <a:rPr lang="hu-HU" dirty="0" err="1"/>
              <a:t>chats</a:t>
            </a:r>
            <a:r>
              <a:rPr lang="hu-HU" dirty="0"/>
              <a:t> és </a:t>
            </a:r>
            <a:r>
              <a:rPr lang="hu-HU" dirty="0" err="1"/>
              <a:t>uac</a:t>
            </a:r>
            <a:r>
              <a:rPr lang="hu-HU" dirty="0"/>
              <a:t> (</a:t>
            </a:r>
            <a:r>
              <a:rPr lang="hu-HU" dirty="0" err="1"/>
              <a:t>users</a:t>
            </a:r>
            <a:r>
              <a:rPr lang="hu-HU" dirty="0"/>
              <a:t> and </a:t>
            </a:r>
            <a:r>
              <a:rPr lang="hu-HU" dirty="0" err="1"/>
              <a:t>chats</a:t>
            </a:r>
            <a:r>
              <a:rPr lang="hu-HU" dirty="0"/>
              <a:t>) táblák felelnek egyben annak a meghatározásában hogy melyik felhasználó melyik chatbe van, e mellet az </a:t>
            </a:r>
            <a:r>
              <a:rPr lang="hu-HU" dirty="0" err="1"/>
              <a:t>uac</a:t>
            </a:r>
            <a:r>
              <a:rPr lang="hu-HU" dirty="0"/>
              <a:t> táblában ellenőrizzük hogy kik chat </a:t>
            </a:r>
            <a:r>
              <a:rPr lang="hu-HU" dirty="0" err="1"/>
              <a:t>adminok</a:t>
            </a:r>
            <a:r>
              <a:rPr lang="hu-HU" dirty="0"/>
              <a:t> és mikor csatlakozott bizonyos felhasználó.</a:t>
            </a:r>
          </a:p>
          <a:p>
            <a:endParaRPr lang="hu-HU" dirty="0"/>
          </a:p>
          <a:p>
            <a:r>
              <a:rPr lang="hu-HU" dirty="0"/>
              <a:t>A </a:t>
            </a:r>
            <a:r>
              <a:rPr lang="hu-HU" dirty="0" err="1"/>
              <a:t>msgs</a:t>
            </a:r>
            <a:r>
              <a:rPr lang="hu-HU" dirty="0"/>
              <a:t> tábla az üzenetekért felel amiben egyaránt az üzenetek tartalmát tároljuk, de azt is hogy melyik chatbe van és melyik felhasználó küldte.</a:t>
            </a:r>
          </a:p>
        </p:txBody>
      </p:sp>
    </p:spTree>
    <p:extLst>
      <p:ext uri="{BB962C8B-B14F-4D97-AF65-F5344CB8AC3E}">
        <p14:creationId xmlns:p14="http://schemas.microsoft.com/office/powerpoint/2010/main" val="29831273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F7B5DC0B-963F-41D1-9D3A-DDA94FFDB4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 err="1"/>
              <a:t>Reviews</a:t>
            </a:r>
            <a:r>
              <a:rPr lang="hu-HU" dirty="0"/>
              <a:t> tábla	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B104448E-EA67-49D5-B13F-59697593C6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20070" y="1825625"/>
            <a:ext cx="6133730" cy="4351338"/>
          </a:xfrm>
        </p:spPr>
        <p:txBody>
          <a:bodyPr/>
          <a:lstStyle/>
          <a:p>
            <a:r>
              <a:rPr lang="hu-HU" dirty="0"/>
              <a:t>A </a:t>
            </a:r>
            <a:r>
              <a:rPr lang="hu-HU" dirty="0" err="1"/>
              <a:t>reviews</a:t>
            </a:r>
            <a:r>
              <a:rPr lang="hu-HU" dirty="0"/>
              <a:t> tábla felel a felhasználók egymáshoz való értékeléseikért. Ez tartalmaz értékelést 1-5ig és egy rövid leírást hogy miért értékelte a másikat úgy, ahogy. Fontos hogy itt többször 1 felhasználóról nem lehet ugyan annak az embernek a profiljára nem lehet értékelni</a:t>
            </a:r>
          </a:p>
        </p:txBody>
      </p:sp>
      <p:pic>
        <p:nvPicPr>
          <p:cNvPr id="5" name="Kép 4">
            <a:extLst>
              <a:ext uri="{FF2B5EF4-FFF2-40B4-BE49-F238E27FC236}">
                <a16:creationId xmlns:a16="http://schemas.microsoft.com/office/drawing/2014/main" id="{86CB61B5-1CA1-460F-83EB-3E9AC50AC2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690688"/>
            <a:ext cx="4096322" cy="3048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2273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028912E8-8B46-4128-B250-9B86E3A825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 err="1"/>
              <a:t>Changes</a:t>
            </a:r>
            <a:r>
              <a:rPr lang="hu-HU" dirty="0"/>
              <a:t> tábla</a:t>
            </a:r>
          </a:p>
        </p:txBody>
      </p:sp>
      <p:pic>
        <p:nvPicPr>
          <p:cNvPr id="5" name="Tartalom helye 4">
            <a:extLst>
              <a:ext uri="{FF2B5EF4-FFF2-40B4-BE49-F238E27FC236}">
                <a16:creationId xmlns:a16="http://schemas.microsoft.com/office/drawing/2014/main" id="{64CDF983-8890-4A56-97B7-3213A3B5B6E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690688"/>
            <a:ext cx="3581900" cy="2667372"/>
          </a:xfrm>
        </p:spPr>
      </p:pic>
      <p:sp>
        <p:nvSpPr>
          <p:cNvPr id="6" name="Szövegdoboz 5">
            <a:extLst>
              <a:ext uri="{FF2B5EF4-FFF2-40B4-BE49-F238E27FC236}">
                <a16:creationId xmlns:a16="http://schemas.microsoft.com/office/drawing/2014/main" id="{AFE45CF3-61FB-4D44-8B41-928CABB0520E}"/>
              </a:ext>
            </a:extLst>
          </p:cNvPr>
          <p:cNvSpPr txBox="1"/>
          <p:nvPr/>
        </p:nvSpPr>
        <p:spPr>
          <a:xfrm>
            <a:off x="4696287" y="1926454"/>
            <a:ext cx="683580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dirty="0"/>
              <a:t>A </a:t>
            </a:r>
            <a:r>
              <a:rPr lang="hu-HU" dirty="0" err="1"/>
              <a:t>changes</a:t>
            </a:r>
            <a:r>
              <a:rPr lang="hu-HU" dirty="0"/>
              <a:t> tábla azért felel, hogy a felhasználók adatainak változása előtt elmentse a régi adatokat </a:t>
            </a:r>
            <a:r>
              <a:rPr lang="hu-HU" dirty="0" err="1"/>
              <a:t>logolás</a:t>
            </a:r>
            <a:r>
              <a:rPr lang="hu-HU" dirty="0"/>
              <a:t> szüksége miatt</a:t>
            </a:r>
          </a:p>
        </p:txBody>
      </p:sp>
    </p:spTree>
    <p:extLst>
      <p:ext uri="{BB962C8B-B14F-4D97-AF65-F5344CB8AC3E}">
        <p14:creationId xmlns:p14="http://schemas.microsoft.com/office/powerpoint/2010/main" val="57601166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-té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65</TotalTime>
  <Words>287</Words>
  <Application>Microsoft Office PowerPoint</Application>
  <PresentationFormat>Szélesvásznú</PresentationFormat>
  <Paragraphs>17</Paragraphs>
  <Slides>6</Slides>
  <Notes>0</Notes>
  <HiddenSlides>0</HiddenSlides>
  <MMClips>0</MMClips>
  <ScaleCrop>false</ScaleCrop>
  <HeadingPairs>
    <vt:vector size="6" baseType="variant">
      <vt:variant>
        <vt:lpstr>Használt betűtípusok</vt:lpstr>
      </vt:variant>
      <vt:variant>
        <vt:i4>3</vt:i4>
      </vt:variant>
      <vt:variant>
        <vt:lpstr>Téma</vt:lpstr>
      </vt:variant>
      <vt:variant>
        <vt:i4>1</vt:i4>
      </vt:variant>
      <vt:variant>
        <vt:lpstr>Diacímek</vt:lpstr>
      </vt:variant>
      <vt:variant>
        <vt:i4>6</vt:i4>
      </vt:variant>
    </vt:vector>
  </HeadingPairs>
  <TitlesOfParts>
    <vt:vector size="10" baseType="lpstr">
      <vt:lpstr>Arial</vt:lpstr>
      <vt:lpstr>Calibri</vt:lpstr>
      <vt:lpstr>Calibri Light</vt:lpstr>
      <vt:lpstr>Office-téma</vt:lpstr>
      <vt:lpstr>SkillBuddies</vt:lpstr>
      <vt:lpstr>Users tábla</vt:lpstr>
      <vt:lpstr>Skills tábla és kötőtáblái</vt:lpstr>
      <vt:lpstr>Chatek és msgs tábla</vt:lpstr>
      <vt:lpstr>Reviews tábla </vt:lpstr>
      <vt:lpstr>Changes tábla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SkillBuddies</dc:title>
  <dc:creator>Pallaga Pál 828</dc:creator>
  <cp:lastModifiedBy>Pallaga Pál 828</cp:lastModifiedBy>
  <cp:revision>7</cp:revision>
  <dcterms:created xsi:type="dcterms:W3CDTF">2025-12-03T08:12:41Z</dcterms:created>
  <dcterms:modified xsi:type="dcterms:W3CDTF">2025-12-04T09:03:19Z</dcterms:modified>
</cp:coreProperties>
</file>