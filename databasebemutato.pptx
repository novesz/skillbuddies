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1C4087A-4DC5-4533-89EC-DCD702EBA6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E8F51E4-CC18-4D23-B1DB-F640F5ED59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F1366EB-D1E7-4A3B-AC82-01A858C4C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BDFDE-CFD3-4927-94FB-723BD0352D05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5828D93-4581-44C4-BC16-FC9581D1F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6B38645-18FC-4A79-9D87-B96F47458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4FD7E-5752-4F05-85A3-3283116A5E8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38142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FFE48E1-1D9B-4DA9-BEAB-EA9831B34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C67D9DC-1ECD-44ED-8A09-A043101F75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B0CBE8C-ADFB-4E90-9317-D11E9D7E7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BDFDE-CFD3-4927-94FB-723BD0352D05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12588BA-8EA7-4DCB-82F0-DBE4FCDDA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FB37F83-53D9-45F7-AF9D-01F8CC7E7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4FD7E-5752-4F05-85A3-3283116A5E8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89065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914E50E-444F-4A63-8268-A78724BD5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19DAF59-3C1B-4E20-BC55-3C59EA1DA0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877EEF2-120D-4C80-913E-F1D12058D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BDFDE-CFD3-4927-94FB-723BD0352D05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3681609-1C97-4E5B-BEB2-52BB0B51A4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7774691-2D72-42DC-AD26-BBD6EE51E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4FD7E-5752-4F05-85A3-3283116A5E8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386203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9941904-8D48-46D5-B6AE-4FC462491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AE8B62B-EEEF-4365-AAAA-9C411284C8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F9864DAC-4B0E-4883-A750-E092CAD197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A0113E61-3EE2-45EF-A394-7596962A6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BDFDE-CFD3-4927-94FB-723BD0352D05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32B80965-41E2-4611-8F7E-843E1027A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80F595F-36BB-4B37-9190-CE05FE2AD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4FD7E-5752-4F05-85A3-3283116A5E8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457188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FFE3DB0-9DD5-4982-BB3E-E1AFC86F8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73EE76B-73A6-4A9E-BBF5-2E2886216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47E0CF1-749B-4532-87FF-45B88F25B2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1F2716CB-36E2-411D-B3E8-DC57626F71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0BA18398-C26B-4803-ACDE-CBA0FE743C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F8C0EC95-400B-4CD4-8209-3B4D28081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BDFDE-CFD3-4927-94FB-723BD0352D05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E051FF02-97BD-4691-9641-34952CA1A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99616D54-0922-42AC-8990-33016A89E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4FD7E-5752-4F05-85A3-3283116A5E8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264036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A545980-7910-46BE-9CE1-42536BDA8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9F9156AE-65D4-43F5-9943-9C8D8A94A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BDFDE-CFD3-4927-94FB-723BD0352D05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B220AF20-9933-4598-9285-CDE66C174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D562C279-0179-4482-9FCA-0F45CD6AC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4FD7E-5752-4F05-85A3-3283116A5E8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69193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07D5C926-7378-4E40-B8C4-2A2A054E9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BDFDE-CFD3-4927-94FB-723BD0352D05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BDE68A11-AF17-4336-827D-18908096A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7E9F582-79DC-48F7-AF9D-A455C447B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4FD7E-5752-4F05-85A3-3283116A5E8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247764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F4438BB-33BD-497D-BF9D-C5485EE182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DEF2D33-6921-4147-99C5-AD0A88D5F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2C2407E-3594-4449-9B28-F13F61A7C0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3A33F3E5-DE40-4DAD-A010-9B440A3B3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BDFDE-CFD3-4927-94FB-723BD0352D05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D4FC4F5D-95BC-4873-B487-B7F46F1A95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087C183D-83C2-4AAB-99EA-92B5CA6B9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4FD7E-5752-4F05-85A3-3283116A5E8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994906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CA36F32-6214-4143-823F-E96468946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ED4D2EC-338B-45DF-B8BF-A9A5317FCD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0CB7B30C-89E9-4FB1-A472-BB250C1CE8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824FDEF4-A613-4BFB-B26A-B527ACFD20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BDFDE-CFD3-4927-94FB-723BD0352D05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1600845-0DC2-4E85-A933-421A5B2FC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4863AF0-8CAB-4376-A74E-C0C881AFE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4FD7E-5752-4F05-85A3-3283116A5E8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0993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FADDC92-502C-4F6F-B44F-659EE4982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EA68B23C-9786-4940-9B80-7A42C526AB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FAA86BF-FBA9-4C78-9829-3DBDB7D3E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BDFDE-CFD3-4927-94FB-723BD0352D05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F85C553-4345-4D51-B649-9DFB1CDB2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E69237E-7824-4CCC-87C5-7475E7869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4FD7E-5752-4F05-85A3-3283116A5E8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76106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9D955B41-9B1C-4BD2-B4DF-6CDA495AF8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3F8298F-C42F-4B78-B289-55DDF3CFF0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E6A5E92-7930-4A45-8DDD-9CBF98BFB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BDFDE-CFD3-4927-94FB-723BD0352D05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DC8D019-8D1B-413F-B603-1383476BB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7F4EBC8-1D85-474E-AFEF-68311825D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4FD7E-5752-4F05-85A3-3283116A5E8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527899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C1983C99-0FB2-4428-BCC6-215AC91FF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9F45298-F8F6-4224-87D2-A8A505E09B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F39FBE8-A932-4A2C-98FF-D56AB748A0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2BDFDE-CFD3-4927-94FB-723BD0352D05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B0BB13D-366E-4F05-BCF2-15A92CAFDF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E0CB7D4-DF04-4F0F-A2FB-064FDFD86F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F4FD7E-5752-4F05-85A3-3283116A5E8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82040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79ACD7B-D1A9-4538-869A-E371CC71E0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 err="1"/>
              <a:t>SkillBuddies</a:t>
            </a:r>
            <a:endParaRPr lang="hu-HU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E5422E3-10F6-4D17-B128-CDB2E0D9912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adatbázis</a:t>
            </a:r>
          </a:p>
        </p:txBody>
      </p:sp>
    </p:spTree>
    <p:extLst>
      <p:ext uri="{BB962C8B-B14F-4D97-AF65-F5344CB8AC3E}">
        <p14:creationId xmlns:p14="http://schemas.microsoft.com/office/powerpoint/2010/main" val="7585411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E5130D0-1BE5-4E8D-9705-D3FFED1D8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Users</a:t>
            </a:r>
            <a:r>
              <a:rPr lang="hu-HU" dirty="0"/>
              <a:t> tábla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567AC62-8818-47CE-AD4A-76E980B150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2555698" cy="4351338"/>
          </a:xfr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13BC13B4-975A-4A5E-B1E4-86410F231DFC}"/>
              </a:ext>
            </a:extLst>
          </p:cNvPr>
          <p:cNvSpPr txBox="1"/>
          <p:nvPr/>
        </p:nvSpPr>
        <p:spPr>
          <a:xfrm>
            <a:off x="3941685" y="736847"/>
            <a:ext cx="783010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A </a:t>
            </a:r>
            <a:r>
              <a:rPr lang="hu-HU" dirty="0" err="1"/>
              <a:t>users</a:t>
            </a:r>
            <a:r>
              <a:rPr lang="hu-HU" dirty="0"/>
              <a:t> tábla segítségével tudjuk meghatározni hogy melyik felhasználó melyik.</a:t>
            </a:r>
          </a:p>
          <a:p>
            <a:r>
              <a:rPr lang="hu-HU" dirty="0"/>
              <a:t>Ezeknek a felhasználónak van saját felhasználóneve (amit a család és keresztnevéből teszünk össze), </a:t>
            </a:r>
            <a:r>
              <a:rPr lang="hu-HU" dirty="0" err="1"/>
              <a:t>jelszava</a:t>
            </a:r>
            <a:r>
              <a:rPr lang="hu-HU" dirty="0"/>
              <a:t> hogy be tudjon jelentkezni, </a:t>
            </a:r>
            <a:r>
              <a:rPr lang="hu-HU" dirty="0" err="1"/>
              <a:t>emailje</a:t>
            </a:r>
            <a:r>
              <a:rPr lang="hu-HU" dirty="0"/>
              <a:t> (ez segíti hogy ne tudjanak az embere spam felhasználókat csinálni), </a:t>
            </a:r>
            <a:r>
              <a:rPr lang="hu-HU" dirty="0" err="1"/>
              <a:t>Tokenek</a:t>
            </a:r>
            <a:r>
              <a:rPr lang="hu-HU" dirty="0"/>
              <a:t> (ami későbbi platformnövekedés után nyerne értelmet hogy </a:t>
            </a:r>
            <a:r>
              <a:rPr lang="hu-HU" dirty="0" err="1"/>
              <a:t>tranzakcionálisabb</a:t>
            </a:r>
            <a:r>
              <a:rPr lang="hu-HU" dirty="0"/>
              <a:t> legyen a platform később), emellett a </a:t>
            </a:r>
            <a:r>
              <a:rPr lang="hu-HU" dirty="0" err="1"/>
              <a:t>rankID</a:t>
            </a:r>
            <a:r>
              <a:rPr lang="hu-HU" dirty="0"/>
              <a:t> ami a standardizált </a:t>
            </a:r>
            <a:r>
              <a:rPr lang="hu-HU" dirty="0" err="1"/>
              <a:t>rankokért</a:t>
            </a:r>
            <a:r>
              <a:rPr lang="hu-HU" dirty="0"/>
              <a:t> felel, itt a </a:t>
            </a:r>
            <a:r>
              <a:rPr lang="hu-HU" dirty="0" err="1"/>
              <a:t>rankokat</a:t>
            </a:r>
            <a:r>
              <a:rPr lang="hu-HU" dirty="0"/>
              <a:t> külön táblába tettük hogy elkerüljük a </a:t>
            </a:r>
            <a:r>
              <a:rPr lang="hu-HU" dirty="0" err="1"/>
              <a:t>transitív</a:t>
            </a:r>
            <a:r>
              <a:rPr lang="hu-HU" dirty="0"/>
              <a:t> összefüggéseket.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0236E1F0-CC8C-4057-8783-01497CB6961E}"/>
              </a:ext>
            </a:extLst>
          </p:cNvPr>
          <p:cNvSpPr txBox="1"/>
          <p:nvPr/>
        </p:nvSpPr>
        <p:spPr>
          <a:xfrm>
            <a:off x="3941685" y="2991775"/>
            <a:ext cx="715540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4400" dirty="0" err="1">
                <a:latin typeface="+mj-lt"/>
              </a:rPr>
              <a:t>User_rank</a:t>
            </a:r>
            <a:r>
              <a:rPr lang="hu-HU" sz="4400" dirty="0">
                <a:latin typeface="+mj-lt"/>
              </a:rPr>
              <a:t> tábla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BD9D8A55-8820-4FB4-9B33-58A88542CFAA}"/>
              </a:ext>
            </a:extLst>
          </p:cNvPr>
          <p:cNvSpPr txBox="1"/>
          <p:nvPr/>
        </p:nvSpPr>
        <p:spPr>
          <a:xfrm>
            <a:off x="4048217" y="4039340"/>
            <a:ext cx="73055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A </a:t>
            </a:r>
            <a:r>
              <a:rPr lang="hu-HU" dirty="0" err="1"/>
              <a:t>user_rank</a:t>
            </a:r>
            <a:r>
              <a:rPr lang="hu-HU" dirty="0"/>
              <a:t> tábla felhasználása a </a:t>
            </a:r>
            <a:r>
              <a:rPr lang="hu-HU" dirty="0" err="1"/>
              <a:t>users</a:t>
            </a:r>
            <a:r>
              <a:rPr lang="hu-HU" dirty="0"/>
              <a:t> az előbb említett tranzitív összefüggések elkerülése érdekében hoztuk létre, emellett segít a </a:t>
            </a:r>
            <a:r>
              <a:rPr lang="hu-HU" dirty="0" err="1"/>
              <a:t>rankok</a:t>
            </a:r>
            <a:r>
              <a:rPr lang="hu-HU" dirty="0"/>
              <a:t> standardizálásában</a:t>
            </a:r>
          </a:p>
        </p:txBody>
      </p:sp>
    </p:spTree>
    <p:extLst>
      <p:ext uri="{BB962C8B-B14F-4D97-AF65-F5344CB8AC3E}">
        <p14:creationId xmlns:p14="http://schemas.microsoft.com/office/powerpoint/2010/main" val="20114782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FBCF95B-C067-4A6A-BD33-D719E0E1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Skills</a:t>
            </a:r>
            <a:r>
              <a:rPr lang="hu-HU" dirty="0"/>
              <a:t> tábla és kötőtáblái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E942E4BE-D16D-4768-9522-CFD4FC02B2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32743"/>
            <a:ext cx="6173061" cy="3553321"/>
          </a:xfrm>
          <a:prstGeom prst="rect">
            <a:avLst/>
          </a:prstGeom>
        </p:spPr>
      </p:pic>
      <p:sp>
        <p:nvSpPr>
          <p:cNvPr id="10" name="Szövegdoboz 9">
            <a:extLst>
              <a:ext uri="{FF2B5EF4-FFF2-40B4-BE49-F238E27FC236}">
                <a16:creationId xmlns:a16="http://schemas.microsoft.com/office/drawing/2014/main" id="{2A5A9789-A067-4A05-AD39-CB928D2E2763}"/>
              </a:ext>
            </a:extLst>
          </p:cNvPr>
          <p:cNvSpPr txBox="1"/>
          <p:nvPr/>
        </p:nvSpPr>
        <p:spPr>
          <a:xfrm>
            <a:off x="7199790" y="1332743"/>
            <a:ext cx="481169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A </a:t>
            </a:r>
            <a:r>
              <a:rPr lang="hu-HU" dirty="0" err="1"/>
              <a:t>skills</a:t>
            </a:r>
            <a:r>
              <a:rPr lang="hu-HU" dirty="0"/>
              <a:t> avagy készségek tábla egyaránt a felhasználók készségeiért felel és a chatekbe várt új készségek ismeréséért felel, ebben a táblában csak a </a:t>
            </a:r>
            <a:r>
              <a:rPr lang="hu-HU" dirty="0" err="1"/>
              <a:t>SkillID</a:t>
            </a:r>
            <a:r>
              <a:rPr lang="hu-HU" dirty="0"/>
              <a:t> a készségek ID-ért felel és a </a:t>
            </a:r>
            <a:r>
              <a:rPr lang="hu-HU" dirty="0" err="1"/>
              <a:t>Skill</a:t>
            </a:r>
            <a:r>
              <a:rPr lang="hu-HU" dirty="0"/>
              <a:t> leíró mezőből áll össze</a:t>
            </a:r>
          </a:p>
        </p:txBody>
      </p:sp>
    </p:spTree>
    <p:extLst>
      <p:ext uri="{BB962C8B-B14F-4D97-AF65-F5344CB8AC3E}">
        <p14:creationId xmlns:p14="http://schemas.microsoft.com/office/powerpoint/2010/main" val="30621169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D04EF2D-71E6-4666-8F6D-38934D1FA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Chatek és </a:t>
            </a:r>
            <a:r>
              <a:rPr lang="hu-HU" dirty="0" err="1"/>
              <a:t>msgs</a:t>
            </a:r>
            <a:r>
              <a:rPr lang="hu-HU" dirty="0"/>
              <a:t> tábla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369F8524-B036-43F3-92A0-F3120FF11A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772359"/>
            <a:ext cx="4434005" cy="4351338"/>
          </a:xfr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271ED3B0-84BA-4360-A6F5-140C966B7496}"/>
              </a:ext>
            </a:extLst>
          </p:cNvPr>
          <p:cNvSpPr txBox="1"/>
          <p:nvPr/>
        </p:nvSpPr>
        <p:spPr>
          <a:xfrm>
            <a:off x="5450889" y="1970843"/>
            <a:ext cx="652508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A </a:t>
            </a:r>
            <a:r>
              <a:rPr lang="hu-HU" dirty="0" err="1"/>
              <a:t>chats</a:t>
            </a:r>
            <a:r>
              <a:rPr lang="hu-HU" dirty="0"/>
              <a:t> és </a:t>
            </a:r>
            <a:r>
              <a:rPr lang="hu-HU" dirty="0" err="1"/>
              <a:t>uac</a:t>
            </a:r>
            <a:r>
              <a:rPr lang="hu-HU" dirty="0"/>
              <a:t> (</a:t>
            </a:r>
            <a:r>
              <a:rPr lang="hu-HU" dirty="0" err="1"/>
              <a:t>users</a:t>
            </a:r>
            <a:r>
              <a:rPr lang="hu-HU" dirty="0"/>
              <a:t> and </a:t>
            </a:r>
            <a:r>
              <a:rPr lang="hu-HU" dirty="0" err="1"/>
              <a:t>chats</a:t>
            </a:r>
            <a:r>
              <a:rPr lang="hu-HU" dirty="0"/>
              <a:t>) táblák felelnek egyben annak a meghatározásában hogy melyik felhasználó melyik chatbe van, e mellet az </a:t>
            </a:r>
            <a:r>
              <a:rPr lang="hu-HU" dirty="0" err="1"/>
              <a:t>uac</a:t>
            </a:r>
            <a:r>
              <a:rPr lang="hu-HU" dirty="0"/>
              <a:t> táblában ellenőrizzük hogy kik chat </a:t>
            </a:r>
            <a:r>
              <a:rPr lang="hu-HU" dirty="0" err="1"/>
              <a:t>adminok</a:t>
            </a:r>
            <a:r>
              <a:rPr lang="hu-HU" dirty="0"/>
              <a:t> és mikor csatlakozott bizonyos felhasználó.</a:t>
            </a:r>
          </a:p>
          <a:p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msgs</a:t>
            </a:r>
            <a:r>
              <a:rPr lang="hu-HU" dirty="0"/>
              <a:t> tábla az üzenetekért felel amiben egyaránt az üzenetek tartalmát tároljuk, de azt is hogy melyik chatbe van és melyik felhasználó küldte.</a:t>
            </a:r>
          </a:p>
        </p:txBody>
      </p:sp>
    </p:spTree>
    <p:extLst>
      <p:ext uri="{BB962C8B-B14F-4D97-AF65-F5344CB8AC3E}">
        <p14:creationId xmlns:p14="http://schemas.microsoft.com/office/powerpoint/2010/main" val="29831273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7B5DC0B-963F-41D1-9D3A-DDA94FFDB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Reviews</a:t>
            </a:r>
            <a:r>
              <a:rPr lang="hu-HU" dirty="0"/>
              <a:t> tábla	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104448E-EA67-49D5-B13F-59697593C6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20070" y="1825625"/>
            <a:ext cx="6133730" cy="4351338"/>
          </a:xfrm>
        </p:spPr>
        <p:txBody>
          <a:bodyPr/>
          <a:lstStyle/>
          <a:p>
            <a:r>
              <a:rPr lang="hu-HU" dirty="0"/>
              <a:t>A </a:t>
            </a:r>
            <a:r>
              <a:rPr lang="hu-HU" dirty="0" err="1"/>
              <a:t>reviews</a:t>
            </a:r>
            <a:r>
              <a:rPr lang="hu-HU" dirty="0"/>
              <a:t> tábla felel a felhasználók egymáshoz való értékeléseikért. Ez tartalmaz értékelést 1-5ig és egy rövid leírást hogy miért értékelte a másikat úgy, ahogy. Fontos hogy itt többször 1 felhasználóról nem lehet ugyan annak az embernek a profiljára nem lehet értékelni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6CB61B5-1CA1-460F-83EB-3E9AC50AC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4096322" cy="304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27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28912E8-8B46-4128-B250-9B86E3A82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Changes</a:t>
            </a:r>
            <a:r>
              <a:rPr lang="hu-HU" dirty="0"/>
              <a:t> tábla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64CDF983-8890-4A56-97B7-3213A3B5B6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3581900" cy="2667372"/>
          </a:xfr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AFE45CF3-61FB-4D44-8B41-928CABB0520E}"/>
              </a:ext>
            </a:extLst>
          </p:cNvPr>
          <p:cNvSpPr txBox="1"/>
          <p:nvPr/>
        </p:nvSpPr>
        <p:spPr>
          <a:xfrm>
            <a:off x="4696287" y="1926454"/>
            <a:ext cx="68358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A </a:t>
            </a:r>
            <a:r>
              <a:rPr lang="hu-HU" dirty="0" err="1"/>
              <a:t>changes</a:t>
            </a:r>
            <a:r>
              <a:rPr lang="hu-HU" dirty="0"/>
              <a:t> tábla azért felel, hogy a felhasználók adatainak változása előtt elmentse a régi adatokat </a:t>
            </a:r>
            <a:r>
              <a:rPr lang="hu-HU" dirty="0" err="1"/>
              <a:t>logolás</a:t>
            </a:r>
            <a:r>
              <a:rPr lang="hu-HU" dirty="0"/>
              <a:t> szüksége miatt</a:t>
            </a:r>
          </a:p>
        </p:txBody>
      </p:sp>
    </p:spTree>
    <p:extLst>
      <p:ext uri="{BB962C8B-B14F-4D97-AF65-F5344CB8AC3E}">
        <p14:creationId xmlns:p14="http://schemas.microsoft.com/office/powerpoint/2010/main" val="5760116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287</Words>
  <Application>Microsoft Office PowerPoint</Application>
  <PresentationFormat>Szélesvásznú</PresentationFormat>
  <Paragraphs>17</Paragraphs>
  <Slides>6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Office-téma</vt:lpstr>
      <vt:lpstr>SkillBuddies</vt:lpstr>
      <vt:lpstr>Users tábla</vt:lpstr>
      <vt:lpstr>Skills tábla és kötőtáblái</vt:lpstr>
      <vt:lpstr>Chatek és msgs tábla</vt:lpstr>
      <vt:lpstr>Reviews tábla </vt:lpstr>
      <vt:lpstr>Changes tábla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SkillBuddies</dc:title>
  <dc:creator>Pallaga Pál 828</dc:creator>
  <cp:lastModifiedBy>Pallaga Pál 828</cp:lastModifiedBy>
  <cp:revision>6</cp:revision>
  <dcterms:created xsi:type="dcterms:W3CDTF">2025-12-03T08:12:41Z</dcterms:created>
  <dcterms:modified xsi:type="dcterms:W3CDTF">2025-12-03T10:29:38Z</dcterms:modified>
</cp:coreProperties>
</file>